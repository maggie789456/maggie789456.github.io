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67" r:id="rId2"/>
    <p:sldId id="2168" r:id="rId3"/>
    <p:sldId id="2170" r:id="rId4"/>
    <p:sldId id="2171" r:id="rId5"/>
    <p:sldId id="2169" r:id="rId6"/>
    <p:sldId id="2172" r:id="rId7"/>
    <p:sldId id="2173" r:id="rId8"/>
    <p:sldId id="217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69510-A334-088C-56E6-58FDB47F9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041727-ED40-2F64-6058-F26E22E2A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CE1B6-9A2A-4B97-DF76-81E821DC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96F8D-BE04-78A9-E565-30A99AE9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0B7C3-B042-CAC6-F22C-6A1724B9E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35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9E386-58E2-4B25-6E80-39A58E41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F2C5B-D2CA-B48A-47B1-97B7BAEE1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BE854-07B3-A9CC-BB1E-C49D320B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A6E55A-45EC-EFC1-2888-52A17FD1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40044F-2019-3251-D74A-C66E204A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1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CB428-6E6F-CF6A-014B-AC0BF15A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B9A2AA-D09F-CE32-D1E3-5910D1968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983CC2-3D30-152E-F916-D9745BE2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13654-C72B-C16B-8E32-6F26EBEDC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FDBD2C-B182-76CE-2366-04D90583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96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BD8DF-99C6-BFAB-01EE-BE13B0D2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EFACC-44AF-2963-BFDF-81BC22110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C40AC-DC64-65BC-BFDA-DE5E9989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687AEA-1AD6-87BB-9791-5CCF7F48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833678-C1D6-DB18-A43E-A3DED330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8389EA-06B6-867C-DB5E-11D8BE8B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61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6162B-AAA8-9FE4-7F23-B26A47A4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F1EBE5-3461-08D1-6052-F1FCCFACF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013052-66B5-B2F3-519F-70FB538E3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DED80D-395B-B88F-3E5D-0091030D3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2D1739-8F89-8F36-CC03-84C64BE64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CFB0FB-F34D-8640-8E89-32C34AB5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A33DBE-0BF7-353D-918A-656B2A19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CA8AEB-18C2-D12A-7681-4F97227E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7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1872F-3E22-EA58-9C75-923C0049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635B92-6270-D6BC-D67D-9C8F1842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C610D9-31AB-A464-FF75-85463131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26AE95-166C-3164-B099-B9EECE86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5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7160E1-4014-D899-EEE5-6F37AC5B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C9E92E-A849-AF38-8E14-FA636DD7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E1038-44A9-5070-F2C9-3D36A2F8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90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E39A3-BBA7-6146-0F5C-933B0B0D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871870-C04A-95BE-01B1-F71DB796A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364A9E-055F-C00B-29C9-B14E40F9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44B4C6-A229-FD90-8339-E10D7C4B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3FDF41-5780-E1C3-99C5-02582A20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3FF4A9-7839-42EE-3750-A72AA2B3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09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53C90-2FF4-274B-1DA4-454D246D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D5027F-3171-4151-DDD9-22EF24E89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EBAD1C-D4A4-47BB-19BD-F00730F6D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2ED4A-B960-CFDC-4690-B1EE61EE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EA6E05-2074-21A1-2E89-CAA1C61A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1EF4C6-3076-EC8A-C463-41EC31CE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66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FB674-04EC-FC16-84AF-5C1D1A1A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74BB33-3AB6-BAD4-E511-68E82BFFA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15545-E2CB-BA42-EF88-DB585ECF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EA86CC-9D6E-FE51-5C61-5B6DB83E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92720-C3A6-38ED-72F9-1074A4A5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0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BC5E49-10FC-973C-0BA5-DCC427589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BA99E3-E454-A15E-06EB-79CA508DB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92881E-E6D0-FCA2-93E4-73C26DFD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3A93B-E254-4621-EAF8-B428C8BB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B7B935-41D9-DCA2-EDBF-95A4CFAC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13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C4C4C4-06B5-04EC-C293-8FC55906F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2F4D39-DF4A-1A80-D077-ADE9FBDA5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A9C717-FBA3-81B5-DD2D-AE52BBFE0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B1FA3-5E13-4BC5-8F6F-96100E330F6B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8ED49-1C0B-F3F9-F6AD-DFECC8AED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3ED40-FDE0-E3B7-AC3D-55BE6071C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0A519-6E04-48A7-83CF-1E57B4F63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0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4CAF-0C72-D794-D3D7-6C305A41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92144FCB-81CB-5F38-8662-7DBDFFD176C6}"/>
              </a:ext>
            </a:extLst>
          </p:cNvPr>
          <p:cNvGrpSpPr/>
          <p:nvPr/>
        </p:nvGrpSpPr>
        <p:grpSpPr>
          <a:xfrm>
            <a:off x="0" y="1670050"/>
            <a:ext cx="12191365" cy="2366010"/>
            <a:chOff x="0" y="3710"/>
            <a:chExt cx="19199" cy="37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2162EAB-B36A-0FE8-F2C0-6E14E297BDB7}"/>
                </a:ext>
              </a:extLst>
            </p:cNvPr>
            <p:cNvSpPr/>
            <p:nvPr/>
          </p:nvSpPr>
          <p:spPr>
            <a:xfrm>
              <a:off x="1" y="4066"/>
              <a:ext cx="19199" cy="269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9695B8CF-FC39-A748-6C3E-39E06EE6878C}"/>
                </a:ext>
              </a:extLst>
            </p:cNvPr>
            <p:cNvSpPr/>
            <p:nvPr/>
          </p:nvSpPr>
          <p:spPr>
            <a:xfrm>
              <a:off x="0" y="3710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D6B32B20-3C2A-F0F2-F4A2-FBA6DD2F509D}"/>
                </a:ext>
              </a:extLst>
            </p:cNvPr>
            <p:cNvSpPr/>
            <p:nvPr/>
          </p:nvSpPr>
          <p:spPr>
            <a:xfrm>
              <a:off x="794" y="3910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774B3A90-7E18-DE85-ED03-86EF16C0AA13}"/>
                </a:ext>
              </a:extLst>
            </p:cNvPr>
            <p:cNvSpPr/>
            <p:nvPr/>
          </p:nvSpPr>
          <p:spPr>
            <a:xfrm>
              <a:off x="16481" y="3910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5AB4714-376A-87DF-B900-FB8E3168653B}"/>
                </a:ext>
              </a:extLst>
            </p:cNvPr>
            <p:cNvSpPr/>
            <p:nvPr/>
          </p:nvSpPr>
          <p:spPr>
            <a:xfrm>
              <a:off x="17275" y="4056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7BCF1F-CBF6-60E3-207A-DA0C6231FD93}"/>
              </a:ext>
            </a:extLst>
          </p:cNvPr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6060" y="2275205"/>
            <a:ext cx="1173988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夹克外套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款式参考</a:t>
            </a:r>
            <a:endParaRPr lang="zh-CN" altLang="en-US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BBC865-95C0-CC34-5F51-FF9B84C4C14A}"/>
              </a:ext>
            </a:extLst>
          </p:cNvPr>
          <p:cNvSpPr txBox="1"/>
          <p:nvPr/>
        </p:nvSpPr>
        <p:spPr>
          <a:xfrm>
            <a:off x="4089876" y="4463534"/>
            <a:ext cx="401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皮革夹克</a:t>
            </a:r>
          </a:p>
        </p:txBody>
      </p:sp>
    </p:spTree>
    <p:extLst>
      <p:ext uri="{BB962C8B-B14F-4D97-AF65-F5344CB8AC3E}">
        <p14:creationId xmlns:p14="http://schemas.microsoft.com/office/powerpoint/2010/main" val="34647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1CBA6A9-ADC5-FB41-B818-604151423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80" y="627537"/>
            <a:ext cx="10743040" cy="600346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D6A25278-9D1B-76B2-00A4-420C24633F6E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4053E3B-A3C7-5F18-3FC8-1887C26FF9F4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48D626F-10F3-CE17-A8B3-201D2C362B0D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DB04019B-9E5A-ABEA-24DA-67BF690843CE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40C77B1B-7928-01DF-BC96-9301AA017CDD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EFE496A-5360-C461-D74F-D90695344133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E88F1-67E7-C179-AD39-20B91D6684D7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</p:spTree>
    <p:extLst>
      <p:ext uri="{BB962C8B-B14F-4D97-AF65-F5344CB8AC3E}">
        <p14:creationId xmlns:p14="http://schemas.microsoft.com/office/powerpoint/2010/main" val="8853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4C6D-C739-605A-0BC2-81D0D91B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248C19D-E0D5-D2BC-CFF7-9C14F4683ED4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39CFA27-92F1-5945-5D01-7333E7204B2C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8A8FD-18F0-26A6-B308-C046741CE62D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A3D24A02-F5B4-F40E-1A22-A925F240699C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64F9CC1B-9696-D65B-C8D8-10C81FD9872B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7D484DD-1E1A-11C7-EE9F-8C21AA6E8959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3999B3E-708E-BEB0-FD14-6346FE211A80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41BA6-B3D6-4262-3138-0D4AE473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53" y="643196"/>
            <a:ext cx="11049252" cy="61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3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4DBE-51A0-1339-07DF-3896FB58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F8913A5-5E53-F3BC-0771-21B0B9ED3347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EB046FB-7719-3550-4100-77206E5A940F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66611D0-B95B-1A2C-F4A0-3DA243C0B090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BE6D70CE-7A85-92D3-70BA-3D9BC9F70427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D3CB15E9-2311-C693-9304-6A340E0A271A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AA29929-808F-3505-1B0B-BB0A44FFB50D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1294D08-D2EA-5173-F86A-8434D7F85DE2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706771-3B3C-EFE9-7E34-A5325DB2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52" y="627537"/>
            <a:ext cx="11013921" cy="615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39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5D3B-C230-A2FD-8FCE-C827A1B6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1E92516-E7DA-EB6F-F288-9F5EC3E7C0CB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8E16398-85C0-FA76-711B-66A26EEA43D6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9381147-3795-11D3-2CB3-F3552B1F44B8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5D0CF021-C3B6-DA57-5566-E619A74C6EE7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4720AC9F-E60A-E889-B391-B50683D4FF33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BDC8E0E-0202-2D3F-610D-876071520567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5A011B4-F9E4-9A60-118A-85E42DE96379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DF3D65-E8BD-EA39-DDA5-E4CD9F94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21" y="643196"/>
            <a:ext cx="10977454" cy="61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4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51AF0-6C65-D751-C4F8-7D642C81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3403F20-4C6F-66A7-F5A2-6AF3792DF513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D05FD7E-A92A-0F9A-B045-F041A256617A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B336B70-BFF3-69EE-11BF-12E90D0DBD46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53ABB9BF-6A99-AF11-F575-A67918DE0D5E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A904BEC3-35DE-0E01-E668-669BA83962AC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B608744-B303-E0D0-F6F7-104727FC2BFA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1F7427F-1B82-07E8-6094-6F860FA78DE0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C93052-6AAE-A62F-D0E2-9E60B1A89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28" y="590905"/>
            <a:ext cx="10057143" cy="56761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61D3080-7162-26DC-CFB5-D65C568A4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21" y="569588"/>
            <a:ext cx="11115448" cy="621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6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2663-7D3C-F046-FD27-F3D74814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C034386-BDC5-54E5-1ABC-89AF233A1CA4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E876EE8-F9D7-9F78-45A5-3BAC71492D7B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BD75D93-DBC5-2828-CCAF-904F660ACF8B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4E314AFA-D400-5E05-7380-04BDC2F66647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FB2E5A3D-7DE2-C8DA-9C4A-66B0A1CEC265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FCAD2CA-D16B-E768-FAE6-88EDE8B53B81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45A4BB6-9AC0-F73C-5CD9-3CDFEBB4C3E6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6619B2-E1FA-E036-F8F5-96FD166CC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11" y="628999"/>
            <a:ext cx="11142390" cy="61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69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40CC-A2A1-6682-594E-C24BFF67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3BC62F7-27B5-C554-0B7F-BE2C9402B2C5}"/>
              </a:ext>
            </a:extLst>
          </p:cNvPr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3454AA3-BC35-DD0B-E423-D01B2E48F27D}"/>
                </a:ext>
              </a:extLst>
            </p:cNvPr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61AED0D-AA00-8C07-9F87-8FD5511AFA15}"/>
                  </a:ext>
                </a:extLst>
              </p:cNvPr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3FE22649-1799-41B7-5DCB-DD6662509EFE}"/>
                  </a:ext>
                </a:extLst>
              </p:cNvPr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18BA8C3F-1C23-D5B1-86C5-D830F233473C}"/>
                  </a:ext>
                </a:extLst>
              </p:cNvPr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FCBFCCC-BC1C-D26B-AA4B-737D1D1E2856}"/>
                </a:ext>
              </a:extLst>
            </p:cNvPr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73ABAA7-65AB-88C4-39E1-2FFF1A3319A3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外套夹克：</a:t>
            </a:r>
            <a:r>
              <a:rPr lang="zh-CN" altLang="en-US" dirty="0">
                <a:solidFill>
                  <a:srgbClr val="FFFF00"/>
                </a:solidFill>
              </a:rPr>
              <a:t>皮革夹克</a:t>
            </a:r>
            <a:r>
              <a:rPr lang="en-US" altLang="zh-CN" dirty="0"/>
              <a:t>-【</a:t>
            </a:r>
            <a:r>
              <a:rPr lang="zh-CN" altLang="en-US" dirty="0"/>
              <a:t>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7F37A6-E837-7FC2-93F7-5F28C55C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20" y="736540"/>
            <a:ext cx="10768023" cy="604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294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宽屏</PresentationFormat>
  <Paragraphs>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夹克外套款式参考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麦杞岐</dc:creator>
  <cp:lastModifiedBy>麦杞岐</cp:lastModifiedBy>
  <cp:revision>1</cp:revision>
  <dcterms:created xsi:type="dcterms:W3CDTF">2026-08-14T09:52:44Z</dcterms:created>
  <dcterms:modified xsi:type="dcterms:W3CDTF">2026-08-14T09:53:14Z</dcterms:modified>
</cp:coreProperties>
</file>