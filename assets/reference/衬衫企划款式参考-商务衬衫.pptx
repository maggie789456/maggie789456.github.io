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34" r:id="rId2"/>
    <p:sldId id="265" r:id="rId3"/>
    <p:sldId id="273" r:id="rId4"/>
    <p:sldId id="266" r:id="rId5"/>
    <p:sldId id="267" r:id="rId6"/>
    <p:sldId id="26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7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AE1D74-A9CB-18A9-1097-AD9AD1632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766DDB-5694-1882-903F-6FF15A9D4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B843C7-938B-BCA7-C092-3DCDEB19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C6B5-CCA2-435A-8164-69E70E893C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DD1F04-FC2B-BF79-A5C5-0CE38B4B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BF707A-A907-D8C4-78D6-9D39F0F61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01C0-3D01-4151-9CFF-1E34DDA8A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322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2EE3A-0C53-86DD-A226-0B9285751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CD32C0-33E5-DE1D-83D8-4DA650823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303D5C-80AB-46FC-6FDB-6A97CE9B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C6B5-CCA2-435A-8164-69E70E893C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FCBC3D-949C-3F2D-D6F4-6D60B6F88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7FA5B9-EFAF-8588-B950-63E8FED03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01C0-3D01-4151-9CFF-1E34DDA8A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45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2AA41E-D053-8B2E-9552-1ECD75529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BFBC86-62E6-C129-9BAC-2553F75A1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906B49-48DF-4708-86BF-2BA219BAB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C6B5-CCA2-435A-8164-69E70E893C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C176D6-72C4-9F24-1246-798342623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06625D-73E1-BE03-D2B1-46EF126F2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01C0-3D01-4151-9CFF-1E34DDA8A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35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D4CE9D-0560-E189-C6AE-0C58893F1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2D6376-22AA-1AA3-469C-3CD9667C6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9E69C-05DB-211C-10D6-21D8BAC42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AACFBD-B2B2-F9E7-CC21-382F48FF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C6B5-CCA2-435A-8164-69E70E893C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31CD3B-4989-FC9E-6B24-0BAC7175B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0F3392-5A2D-A61C-1DEA-47ABF99F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01C0-3D01-4151-9CFF-1E34DDA8A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410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2BD09-91C5-B9E2-9F00-5EF2A9303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823A12-E9E8-2782-9DCB-AD967C1AD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D36365-1C07-7A8A-FCA2-82883D8B5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F34EF2-8C96-8AA6-ED8C-883636CE15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C90A8F-351C-070A-F8E0-10A50129E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BC4C3B3-6669-D813-C696-5353B503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C6B5-CCA2-435A-8164-69E70E893C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3F75E0-86F6-0467-ED3B-EE5E82DC8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5DAF00-5540-FAB9-A052-9B5D667B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01C0-3D01-4151-9CFF-1E34DDA8A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771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40F05-296D-A44F-F720-6E271C237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84CE9E-84BC-FA05-BEBE-8488C2BE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C6B5-CCA2-435A-8164-69E70E893C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21351E-AE99-A070-FF0F-D2BEE246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66A33C-36AA-8AB2-E8CC-DB8768F6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01C0-3D01-4151-9CFF-1E34DDA8A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01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044B70-42DC-243F-82D5-576E4B417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C6B5-CCA2-435A-8164-69E70E893C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231C5F-493E-3FA2-5D54-C9124EE4E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660622-F0E4-7B7A-67CC-BECECD46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01C0-3D01-4151-9CFF-1E34DDA8A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107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6A50A3-13E0-D0D1-F7D2-68189E2AD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C96E04-9560-7148-7E6B-A60A23EAE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07250D-D6FF-E273-C257-A07F5916B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B7FF62-5097-E64C-4E23-7831724F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C6B5-CCA2-435A-8164-69E70E893C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1E318E-7AA4-58D1-2D9C-C67D2F1C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4E9DEF-6D6B-2B38-F181-25BB3F8B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01C0-3D01-4151-9CFF-1E34DDA8A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9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A08D77-F885-72FE-1F82-213303890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4D48C42-E135-457F-B277-B819C6151E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BF73AF-E854-DED6-1362-EEC656A71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A126C7-0D88-9D7C-15FC-2CF2DF97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C6B5-CCA2-435A-8164-69E70E893C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FA7906-E223-650A-0F2E-54E64661E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4EE7A-E69F-70DF-E07F-98BA60B11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01C0-3D01-4151-9CFF-1E34DDA8A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093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389FA-ABB0-059C-1FE2-D6009F2A1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CE1757-0F70-69EC-93B6-7C646D1BA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4475D-E932-EDFD-81F8-F732F5166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C6B5-CCA2-435A-8164-69E70E893C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33E2A0-3B5F-8DBD-9433-7669BA97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2027C7-79FD-6DAA-D41C-C588800D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01C0-3D01-4151-9CFF-1E34DDA8A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6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26F60D-EC9D-B354-CDE4-2A62ACE48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E81BB6-6271-7D46-BB27-088DCB01A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517324-00D5-421B-F8C6-0CB2E7E6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C6B5-CCA2-435A-8164-69E70E893C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814C8F-042B-F654-AA47-C90AF6506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7E53FB-29E7-95AF-7D59-1A35E887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501C0-3D01-4151-9CFF-1E34DDA8A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56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73AE89-0903-910C-E584-CF9BD876B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0CCF60-47D7-4AB7-B481-EF7703B15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7C3316-9D95-DA62-58C9-2E861ABF61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6C6B5-CCA2-435A-8164-69E70E893C3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A0CEC4-5820-0060-A5B3-5D1481A9A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F8E822-491C-FA52-81B6-F61577E7E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501C0-3D01-4151-9CFF-1E34DDA8A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27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FBAEF-FABF-82AC-CBCF-EDF6651BF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751BA87-063E-242E-832B-1CECE3D8EEE0}"/>
              </a:ext>
            </a:extLst>
          </p:cNvPr>
          <p:cNvGrpSpPr/>
          <p:nvPr/>
        </p:nvGrpSpPr>
        <p:grpSpPr>
          <a:xfrm>
            <a:off x="0" y="1670050"/>
            <a:ext cx="12191365" cy="2366010"/>
            <a:chOff x="0" y="3710"/>
            <a:chExt cx="19199" cy="372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D35A9A8-EB16-1A6E-8983-D05071B25AB2}"/>
                </a:ext>
              </a:extLst>
            </p:cNvPr>
            <p:cNvSpPr/>
            <p:nvPr/>
          </p:nvSpPr>
          <p:spPr>
            <a:xfrm>
              <a:off x="1" y="4066"/>
              <a:ext cx="19199" cy="269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BBB30043-ADC7-26CC-FE00-2E34E717BC34}"/>
                </a:ext>
              </a:extLst>
            </p:cNvPr>
            <p:cNvSpPr/>
            <p:nvPr/>
          </p:nvSpPr>
          <p:spPr>
            <a:xfrm>
              <a:off x="0" y="3710"/>
              <a:ext cx="1801" cy="3380"/>
            </a:xfrm>
            <a:prstGeom prst="parallelogram">
              <a:avLst>
                <a:gd name="adj" fmla="val 7817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5BD06061-AF2E-2555-12FE-31187C66CD8D}"/>
                </a:ext>
              </a:extLst>
            </p:cNvPr>
            <p:cNvSpPr/>
            <p:nvPr/>
          </p:nvSpPr>
          <p:spPr>
            <a:xfrm>
              <a:off x="794" y="3910"/>
              <a:ext cx="1801" cy="3380"/>
            </a:xfrm>
            <a:prstGeom prst="parallelogram">
              <a:avLst>
                <a:gd name="adj" fmla="val 7817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467CEED-5C8F-DF1C-FEEA-B9AF3B971A1F}"/>
                </a:ext>
              </a:extLst>
            </p:cNvPr>
            <p:cNvSpPr/>
            <p:nvPr/>
          </p:nvSpPr>
          <p:spPr>
            <a:xfrm>
              <a:off x="16481" y="3910"/>
              <a:ext cx="1801" cy="3380"/>
            </a:xfrm>
            <a:prstGeom prst="parallelogram">
              <a:avLst>
                <a:gd name="adj" fmla="val 7817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526C564E-EF89-F770-900C-7AC5F42C6788}"/>
                </a:ext>
              </a:extLst>
            </p:cNvPr>
            <p:cNvSpPr/>
            <p:nvPr/>
          </p:nvSpPr>
          <p:spPr>
            <a:xfrm>
              <a:off x="17275" y="4056"/>
              <a:ext cx="1801" cy="3380"/>
            </a:xfrm>
            <a:prstGeom prst="parallelogram">
              <a:avLst>
                <a:gd name="adj" fmla="val 7817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CDFA96D-66CA-2C27-B4A0-42EA6B5B359F}"/>
              </a:ext>
            </a:extLst>
          </p:cNvPr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6060" y="2275205"/>
            <a:ext cx="1173988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衬衫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款式参考</a:t>
            </a:r>
            <a:endParaRPr lang="zh-CN" altLang="en-US" sz="6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FD28C4-3688-4DFA-8A15-02B1CB5CCB00}"/>
              </a:ext>
            </a:extLst>
          </p:cNvPr>
          <p:cNvSpPr txBox="1"/>
          <p:nvPr/>
        </p:nvSpPr>
        <p:spPr>
          <a:xfrm>
            <a:off x="4089876" y="4463534"/>
            <a:ext cx="4012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zh-CN" altLang="en-US" sz="5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商务风格</a:t>
            </a:r>
          </a:p>
        </p:txBody>
      </p:sp>
    </p:spTree>
    <p:extLst>
      <p:ext uri="{BB962C8B-B14F-4D97-AF65-F5344CB8AC3E}">
        <p14:creationId xmlns:p14="http://schemas.microsoft.com/office/powerpoint/2010/main" val="1843783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" y="608330"/>
            <a:ext cx="11076305" cy="61004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99478" y="239080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effectLst/>
              </a:rPr>
              <a:t>色彩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635" y="-53519"/>
            <a:ext cx="12191365" cy="830910"/>
            <a:chOff x="635" y="2355850"/>
            <a:chExt cx="12191365" cy="918335"/>
          </a:xfrm>
        </p:grpSpPr>
        <p:grpSp>
          <p:nvGrpSpPr>
            <p:cNvPr id="32" name="组合 31"/>
            <p:cNvGrpSpPr/>
            <p:nvPr/>
          </p:nvGrpSpPr>
          <p:grpSpPr>
            <a:xfrm>
              <a:off x="635" y="2355850"/>
              <a:ext cx="12191365" cy="918335"/>
              <a:chOff x="1" y="3710"/>
              <a:chExt cx="19199" cy="4068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1" y="4066"/>
                <a:ext cx="19199" cy="269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平行四边形 34"/>
              <p:cNvSpPr/>
              <p:nvPr/>
            </p:nvSpPr>
            <p:spPr>
              <a:xfrm>
                <a:off x="18080" y="37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平行四边形 35"/>
              <p:cNvSpPr/>
              <p:nvPr/>
            </p:nvSpPr>
            <p:spPr>
              <a:xfrm>
                <a:off x="18416" y="39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" name="矩形 32"/>
            <p:cNvSpPr/>
            <p:nvPr/>
          </p:nvSpPr>
          <p:spPr>
            <a:xfrm>
              <a:off x="152130" y="2413000"/>
              <a:ext cx="86231" cy="8160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2E52E4C2-FB93-6343-E95D-ABA0EB05E176}"/>
              </a:ext>
            </a:extLst>
          </p:cNvPr>
          <p:cNvSpPr txBox="1"/>
          <p:nvPr/>
        </p:nvSpPr>
        <p:spPr>
          <a:xfrm>
            <a:off x="238361" y="77145"/>
            <a:ext cx="96435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衬衫</a:t>
            </a:r>
            <a:r>
              <a:rPr lang="zh-CN" altLang="en-US" dirty="0"/>
              <a:t>：商务衬衫</a:t>
            </a:r>
            <a:r>
              <a:rPr lang="en-US" altLang="zh-CN" dirty="0"/>
              <a:t>【</a:t>
            </a:r>
            <a:r>
              <a:rPr lang="zh-CN" altLang="en-US" dirty="0"/>
              <a:t>单独找麦杞岐</a:t>
            </a:r>
            <a:r>
              <a:rPr lang="en-US" altLang="zh-CN" dirty="0"/>
              <a:t>】</a:t>
            </a:r>
            <a:r>
              <a:rPr lang="zh-CN" altLang="en-US" dirty="0"/>
              <a:t>款式仅供参考，不可侵权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35" y="608330"/>
            <a:ext cx="10772775" cy="61099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99478" y="239080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effectLst/>
              </a:rPr>
              <a:t>色彩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635" y="-53519"/>
            <a:ext cx="12191365" cy="830910"/>
            <a:chOff x="635" y="2355850"/>
            <a:chExt cx="12191365" cy="918335"/>
          </a:xfrm>
        </p:grpSpPr>
        <p:grpSp>
          <p:nvGrpSpPr>
            <p:cNvPr id="32" name="组合 31"/>
            <p:cNvGrpSpPr/>
            <p:nvPr/>
          </p:nvGrpSpPr>
          <p:grpSpPr>
            <a:xfrm>
              <a:off x="635" y="2355850"/>
              <a:ext cx="12191365" cy="918335"/>
              <a:chOff x="1" y="3710"/>
              <a:chExt cx="19199" cy="4068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1" y="4066"/>
                <a:ext cx="19199" cy="269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平行四边形 34"/>
              <p:cNvSpPr/>
              <p:nvPr/>
            </p:nvSpPr>
            <p:spPr>
              <a:xfrm>
                <a:off x="18080" y="37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平行四边形 35"/>
              <p:cNvSpPr/>
              <p:nvPr/>
            </p:nvSpPr>
            <p:spPr>
              <a:xfrm>
                <a:off x="18416" y="39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" name="矩形 32"/>
            <p:cNvSpPr/>
            <p:nvPr/>
          </p:nvSpPr>
          <p:spPr>
            <a:xfrm>
              <a:off x="152130" y="2413000"/>
              <a:ext cx="86231" cy="8160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BFE8F72C-6077-7530-0EB4-7ABC94437435}"/>
              </a:ext>
            </a:extLst>
          </p:cNvPr>
          <p:cNvSpPr txBox="1"/>
          <p:nvPr/>
        </p:nvSpPr>
        <p:spPr>
          <a:xfrm>
            <a:off x="238361" y="77145"/>
            <a:ext cx="96435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衬衫</a:t>
            </a:r>
            <a:r>
              <a:rPr lang="zh-CN" altLang="en-US" dirty="0"/>
              <a:t>：商务衬衫</a:t>
            </a:r>
            <a:r>
              <a:rPr lang="en-US" altLang="zh-CN" dirty="0"/>
              <a:t>【</a:t>
            </a:r>
            <a:r>
              <a:rPr lang="zh-CN" altLang="en-US" dirty="0"/>
              <a:t>单独找麦杞岐</a:t>
            </a:r>
            <a:r>
              <a:rPr lang="en-US" altLang="zh-CN" dirty="0"/>
              <a:t>】</a:t>
            </a:r>
            <a:r>
              <a:rPr lang="zh-CN" altLang="en-US" dirty="0"/>
              <a:t>款式仅供参考，不可侵权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75" y="608330"/>
            <a:ext cx="11060430" cy="61080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99478" y="239080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effectLst/>
              </a:rPr>
              <a:t>色彩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635" y="-53519"/>
            <a:ext cx="12191365" cy="830910"/>
            <a:chOff x="635" y="2355850"/>
            <a:chExt cx="12191365" cy="918335"/>
          </a:xfrm>
        </p:grpSpPr>
        <p:grpSp>
          <p:nvGrpSpPr>
            <p:cNvPr id="32" name="组合 31"/>
            <p:cNvGrpSpPr/>
            <p:nvPr/>
          </p:nvGrpSpPr>
          <p:grpSpPr>
            <a:xfrm>
              <a:off x="635" y="2355850"/>
              <a:ext cx="12191365" cy="918335"/>
              <a:chOff x="1" y="3710"/>
              <a:chExt cx="19199" cy="4068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1" y="4066"/>
                <a:ext cx="19199" cy="269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平行四边形 34"/>
              <p:cNvSpPr/>
              <p:nvPr/>
            </p:nvSpPr>
            <p:spPr>
              <a:xfrm>
                <a:off x="18080" y="37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平行四边形 35"/>
              <p:cNvSpPr/>
              <p:nvPr/>
            </p:nvSpPr>
            <p:spPr>
              <a:xfrm>
                <a:off x="18416" y="39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" name="矩形 32"/>
            <p:cNvSpPr/>
            <p:nvPr/>
          </p:nvSpPr>
          <p:spPr>
            <a:xfrm>
              <a:off x="152130" y="2413000"/>
              <a:ext cx="86231" cy="8160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CF79FB6B-EE8B-64CE-96B5-1A8300A9347A}"/>
              </a:ext>
            </a:extLst>
          </p:cNvPr>
          <p:cNvSpPr txBox="1"/>
          <p:nvPr/>
        </p:nvSpPr>
        <p:spPr>
          <a:xfrm>
            <a:off x="238361" y="77145"/>
            <a:ext cx="96435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衬衫</a:t>
            </a:r>
            <a:r>
              <a:rPr lang="zh-CN" altLang="en-US" dirty="0"/>
              <a:t>：商务衬衫</a:t>
            </a:r>
            <a:r>
              <a:rPr lang="en-US" altLang="zh-CN" dirty="0"/>
              <a:t>【</a:t>
            </a:r>
            <a:r>
              <a:rPr lang="zh-CN" altLang="en-US" dirty="0"/>
              <a:t>单独找麦杞岐</a:t>
            </a:r>
            <a:r>
              <a:rPr lang="en-US" altLang="zh-CN" dirty="0"/>
              <a:t>】</a:t>
            </a:r>
            <a:r>
              <a:rPr lang="zh-CN" altLang="en-US" dirty="0"/>
              <a:t>款式仅供参考，不可侵权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30" y="608330"/>
            <a:ext cx="10956925" cy="60896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99478" y="239080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effectLst/>
              </a:rPr>
              <a:t>色彩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635" y="-53519"/>
            <a:ext cx="12191365" cy="830910"/>
            <a:chOff x="635" y="2355850"/>
            <a:chExt cx="12191365" cy="918335"/>
          </a:xfrm>
        </p:grpSpPr>
        <p:grpSp>
          <p:nvGrpSpPr>
            <p:cNvPr id="32" name="组合 31"/>
            <p:cNvGrpSpPr/>
            <p:nvPr/>
          </p:nvGrpSpPr>
          <p:grpSpPr>
            <a:xfrm>
              <a:off x="635" y="2355850"/>
              <a:ext cx="12191365" cy="918335"/>
              <a:chOff x="1" y="3710"/>
              <a:chExt cx="19199" cy="4068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1" y="4066"/>
                <a:ext cx="19199" cy="269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平行四边形 34"/>
              <p:cNvSpPr/>
              <p:nvPr/>
            </p:nvSpPr>
            <p:spPr>
              <a:xfrm>
                <a:off x="18080" y="37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平行四边形 35"/>
              <p:cNvSpPr/>
              <p:nvPr/>
            </p:nvSpPr>
            <p:spPr>
              <a:xfrm>
                <a:off x="18416" y="39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" name="矩形 32"/>
            <p:cNvSpPr/>
            <p:nvPr/>
          </p:nvSpPr>
          <p:spPr>
            <a:xfrm>
              <a:off x="152130" y="2413000"/>
              <a:ext cx="86231" cy="8160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EF78F6F0-C447-3822-C341-F591D4DE5BA5}"/>
              </a:ext>
            </a:extLst>
          </p:cNvPr>
          <p:cNvSpPr txBox="1"/>
          <p:nvPr/>
        </p:nvSpPr>
        <p:spPr>
          <a:xfrm>
            <a:off x="238361" y="77145"/>
            <a:ext cx="96435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衬衫</a:t>
            </a:r>
            <a:r>
              <a:rPr lang="zh-CN" altLang="en-US" dirty="0"/>
              <a:t>：商务衬衫</a:t>
            </a:r>
            <a:r>
              <a:rPr lang="en-US" altLang="zh-CN" dirty="0"/>
              <a:t>【</a:t>
            </a:r>
            <a:r>
              <a:rPr lang="zh-CN" altLang="en-US" dirty="0"/>
              <a:t>单独找麦杞岐</a:t>
            </a:r>
            <a:r>
              <a:rPr lang="en-US" altLang="zh-CN" dirty="0"/>
              <a:t>】</a:t>
            </a:r>
            <a:r>
              <a:rPr lang="zh-CN" altLang="en-US" dirty="0"/>
              <a:t>款式仅供参考，不可侵权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05" y="568325"/>
            <a:ext cx="11099800" cy="6179820"/>
          </a:xfrm>
        </p:spPr>
      </p:pic>
      <p:sp>
        <p:nvSpPr>
          <p:cNvPr id="6" name="文本框 5"/>
          <p:cNvSpPr txBox="1"/>
          <p:nvPr/>
        </p:nvSpPr>
        <p:spPr>
          <a:xfrm>
            <a:off x="1399478" y="239080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effectLst/>
              </a:rPr>
              <a:t>色彩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635" y="-53519"/>
            <a:ext cx="12191365" cy="830910"/>
            <a:chOff x="635" y="2355850"/>
            <a:chExt cx="12191365" cy="918335"/>
          </a:xfrm>
        </p:grpSpPr>
        <p:grpSp>
          <p:nvGrpSpPr>
            <p:cNvPr id="32" name="组合 31"/>
            <p:cNvGrpSpPr/>
            <p:nvPr/>
          </p:nvGrpSpPr>
          <p:grpSpPr>
            <a:xfrm>
              <a:off x="635" y="2355850"/>
              <a:ext cx="12191365" cy="918335"/>
              <a:chOff x="1" y="3710"/>
              <a:chExt cx="19199" cy="4068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1" y="4066"/>
                <a:ext cx="19199" cy="269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平行四边形 34"/>
              <p:cNvSpPr/>
              <p:nvPr/>
            </p:nvSpPr>
            <p:spPr>
              <a:xfrm>
                <a:off x="18080" y="37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平行四边形 35"/>
              <p:cNvSpPr/>
              <p:nvPr/>
            </p:nvSpPr>
            <p:spPr>
              <a:xfrm>
                <a:off x="18416" y="3910"/>
                <a:ext cx="623" cy="3868"/>
              </a:xfrm>
              <a:prstGeom prst="parallelogram">
                <a:avLst>
                  <a:gd name="adj" fmla="val 78178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" name="矩形 32"/>
            <p:cNvSpPr/>
            <p:nvPr/>
          </p:nvSpPr>
          <p:spPr>
            <a:xfrm>
              <a:off x="152130" y="2413000"/>
              <a:ext cx="86231" cy="8160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3C621134-275D-2867-2E51-5AF346E01D59}"/>
              </a:ext>
            </a:extLst>
          </p:cNvPr>
          <p:cNvSpPr txBox="1"/>
          <p:nvPr/>
        </p:nvSpPr>
        <p:spPr>
          <a:xfrm>
            <a:off x="238361" y="77145"/>
            <a:ext cx="96435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衬衫</a:t>
            </a:r>
            <a:r>
              <a:rPr lang="zh-CN" altLang="en-US" dirty="0"/>
              <a:t>：商务衬衫</a:t>
            </a:r>
            <a:r>
              <a:rPr lang="en-US" altLang="zh-CN" dirty="0"/>
              <a:t>【</a:t>
            </a:r>
            <a:r>
              <a:rPr lang="zh-CN" altLang="en-US" dirty="0"/>
              <a:t>单独找麦杞岐</a:t>
            </a:r>
            <a:r>
              <a:rPr lang="en-US" altLang="zh-CN" dirty="0"/>
              <a:t>】</a:t>
            </a:r>
            <a:r>
              <a:rPr lang="zh-CN" altLang="en-US" dirty="0"/>
              <a:t>款式仅供参考，不可侵权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91</Words>
  <Application>Microsoft Office PowerPoint</Application>
  <PresentationFormat>宽屏</PresentationFormat>
  <Paragraphs>12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微软雅黑</vt:lpstr>
      <vt:lpstr>Arial</vt:lpstr>
      <vt:lpstr>Office 主题​​</vt:lpstr>
      <vt:lpstr>衬衫款式参考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麦杞岐</dc:creator>
  <cp:lastModifiedBy>麦杞岐</cp:lastModifiedBy>
  <cp:revision>2</cp:revision>
  <dcterms:created xsi:type="dcterms:W3CDTF">2026-08-14T09:59:19Z</dcterms:created>
  <dcterms:modified xsi:type="dcterms:W3CDTF">2026-08-14T12:17:58Z</dcterms:modified>
</cp:coreProperties>
</file>